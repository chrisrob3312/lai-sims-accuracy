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SPEAKER NOTES</a:t>
            </a:r>
          </a:p>
          <a:p/>
          <a:p>
            <a:r>
              <a:t>Data source: chr20-22 pilot, RFMix v1 TrioPhased, gen=12, weighted per-site concordance (TPR).</a:t>
            </a:r>
          </a:p>
          <a:p>
            <a:r>
              <a:t>Simulation: 30 admixed individuals, Brazilian-Latino proportions (~15% NAT / 60% EUR / 25% AFR), 12 generations post-admixture, hg38 WGS.</a:t>
            </a:r>
          </a:p>
          <a:p>
            <a:r>
              <a:t>Full 22-chr sweep in progress — numbers stable through chr7 (all complete).</a:t>
            </a:r>
          </a:p>
          <a:p/>
          <a:p>
            <a:r>
              <a:t>Key points to hit:</a:t>
            </a:r>
          </a:p>
          <a:p>
            <a:r>
              <a:t>• EUR/AFR ceilings are near-perfect — reference-panel choice barely matters for these</a:t>
            </a:r>
          </a:p>
          <a:p>
            <a:r>
              <a:t>• The interesting variance is entirely in NAT (Amerindigenous) recall</a:t>
            </a:r>
          </a:p>
          <a:p>
            <a:r>
              <a:t>• Two "tracks" in the sim: NAT = HGDP-NAT donors only (broad Latin-American), NATMXB = HGDP + MXB donors (Mexican-enriched, my actual cohort's genetic profile)</a:t>
            </a:r>
          </a:p>
          <a:p>
            <a:r>
              <a:t>• MXB addition helps NATMXB (+1.1 pp Native-American recall, p&lt;1e-16) but is a wash for the broad-Latino track</a:t>
            </a:r>
          </a:p>
          <a:p>
            <a:r>
              <a:t>• The counter-intuitive drop in NAT_HGDPMXB_FULL (all 50 MXB) tells the SAME story: over-fitting to Mexican samples hurts when the admixed cohort is broader</a:t>
            </a:r>
          </a:p>
          <a:p>
            <a:r>
              <a:t>• PEL (Peruvian) is a strong general-purpose alternative for pan-Latino cohorts</a:t>
            </a:r>
          </a:p>
          <a:p>
            <a:r>
              <a:t>• Reference panel matching cohort geography &gt; panel size alone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SPEAKER NOTES</a:t>
            </a:r>
          </a:p>
          <a:p/>
          <a:p>
            <a:r>
              <a:t>Data source: chip pilot uses Jessica Mauer's ~385K-variant GSA position list (hg38), admixed haplotypes filtered to GSA sites before RFMix; reference panels remain full-WGS. Mirrors real GWAS setup (chip-genotyped subjects vs. WGS-derived reference panel).</a:t>
            </a:r>
          </a:p>
          <a:p/>
          <a:p>
            <a:r>
              <a:t>Key points to hit:</a:t>
            </a:r>
          </a:p>
          <a:p>
            <a:r>
              <a:t>• Chip density costs only 1-3 pp NAT recall — much smaller than I initially expected (~15-25 pp drop was my prior). This is very good news for real-world GWAS applicability.</a:t>
            </a:r>
          </a:p>
          <a:p>
            <a:r>
              <a:t>• AFR/EUR barely move under chip density (well-tagged by common markers)</a:t>
            </a:r>
          </a:p>
          <a:p>
            <a:r>
              <a:t>• Panels that were already borderline (NAT_PEL_EAS mismatched to our sim) degrade fastest under chip density — a general rule: sparser data amplifies panel-choice cost</a:t>
            </a:r>
          </a:p>
          <a:p>
            <a:r>
              <a:t>• Recommendation for my Mexican-Latino cohort: use NAT_HGDPMXB (HGDP-NAT + 25 MXB) as the reference panel. Best matched to cohort ancestry, holds up under chip density, no donor contamination (MXB split into non-overlapping SIMU + RFMIX halves).</a:t>
            </a:r>
          </a:p>
          <a:p>
            <a:r>
              <a:t>• Post-Tuesday plan: run real imputation via Michigan Imputation Server (TOPMed + 1KG panels) — this will bracket the true realistic accuracy between the WGS ceiling and the raw chip floor.</a:t>
            </a:r>
          </a:p>
          <a:p/>
          <a:p>
            <a:r>
              <a:t>Caveats to acknowledge:</a:t>
            </a:r>
          </a:p>
          <a:p>
            <a:r>
              <a:t>• Pilot restricted to chr20-22 (gene-dense, favorable). Full 22-chr sweep in progress; averages may drop ~3-5 pp when smaller/less-tagged chromosomes are added.</a:t>
            </a:r>
          </a:p>
          <a:p>
            <a:r>
              <a:t>• Metric: per-site weighted concordance = per-class recall. F1 tables (matching Honorato-Mauer 2025 methodology) added in the just-pushed version of accuracy_v2.R.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SPEAKER NOTES</a:t>
            </a:r>
          </a:p>
          <a:p/>
          <a:p>
            <a:r>
              <a:t>Data source: `04_homogeneity_panel/lai_ref_panel_samples.tsv` — supervised ADMIXTURE K=5, sup/unsup agreement filter, Q ≥ 0.95.</a:t>
            </a:r>
          </a:p>
          <a:p/>
          <a:p>
            <a:r>
              <a:t>Key points to hit:</a:t>
            </a:r>
          </a:p>
          <a:p>
            <a:r>
              <a:t>• The 7-fold under-representation of AMR vs. EUR/AFR/EAS translates directly to reduced LAI accuracy for Amerindigenous ancestry (as we saw in slide 1 — NAT is 5-8 pp behind EUR/AFR in every panel)</a:t>
            </a:r>
          </a:p>
          <a:p>
            <a:r>
              <a:t>• Within AMR: Mexico dominates (72% between MXB and HGDP Pima+Maya). This is precisely why NAT_HGDPMXB works well for OUR (Mexican-Latino) cohort but doesn't generalize to broader-Latino admixed cohorts</a:t>
            </a:r>
          </a:p>
          <a:p>
            <a:r>
              <a:t>• NAT_HGDPMXB_FULL underperformance on Slide 1 is a direct symptom: piling on MORE Mexican samples dilutes the reference matching for non-Mexican Indigenous ancestries</a:t>
            </a:r>
          </a:p>
          <a:p>
            <a:r>
              <a:t>• North American gap deserves specific mention:</a:t>
            </a:r>
          </a:p>
          <a:p>
            <a:r>
              <a:t>    - Historically documented cancer + cardiovascular + kidney disease disparities in Native populations</a:t>
            </a:r>
          </a:p>
          <a:p>
            <a:r>
              <a:t>    - Access to samples limited (justly) by past research-integrity failures — Havasupai case (2004), Diabetes Project consent violations</a:t>
            </a:r>
          </a:p>
          <a:p>
            <a:r>
              <a:t>    - Community-partnered biobanks (Alaska Native Tribal Health Consortium, etc.) exist but consent frameworks preclude broad public reference use</a:t>
            </a:r>
          </a:p>
          <a:p>
            <a:r>
              <a:t>• Central America: no Guatemalan / Honduran / El Salvadorian / Nicaraguan / Costa Rican / Panamanian public Indigenous samples anywhere</a:t>
            </a:r>
          </a:p>
          <a:p>
            <a:r>
              <a:t>• Southern Cone: no Mapuche (Chile/Argentina), Aymara-Bolivian, Selk'nam, Diaguita, Wichí (Argentine Chaco)</a:t>
            </a:r>
          </a:p>
          <a:p>
            <a:r>
              <a:t>• Committee call-to-action framing: this project's MXB integration is one step; a globally-representative Amerindigenous reference panel is a field-level priority, and community-partnered biobank programs are the ethical route to closing it.</a:t>
            </a:r>
          </a:p>
          <a:p/>
          <a:p>
            <a:r>
              <a:t>If BioRender figure is prepared, it goes on this slide (replaces the bars + composition inset).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Reference-panel choice shapes LAI accuracy for Latino cohorts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666666"/>
                </a:solidFill>
              </a:rPr>
              <a:t>Native-American recall varies most across panel choices; adding MX Biobank samples benefits Mexican-Latino cohorts most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6576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Panel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AFR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EUR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NAT (NAT track)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NAT (NATMXB track)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</a:rPr>
                        <a:t>NAT_HGDP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93.1%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</a:rPr>
                        <a:t>NAT_HGDPMXB (+25 MXB)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98.6%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98.8%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91.1%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94.2% ▲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</a:rPr>
                        <a:t>NAT_HGDPMXB_FULL (+50)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88.2% 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</a:rPr>
                        <a:t>NAT_HOMOG (Q ≥ 0.95)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98.7%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98.8%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91.2%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94.1% ▲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</a:rPr>
                        <a:t>NAT_PEL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93.1%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</a:rPr>
                        <a:t>NAT_PEL_EAS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99.0%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98.3%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91.7%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92.9%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2976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</a:rPr>
              <a:t>AFR and EUR recall are robust across all panels (~98–99%) — Native-American is the LAI bottleneck for Latinos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</a:rPr>
              <a:t>For Mexican-Latino cohorts (NATMXB track), NAT_HGDPMXB is best: 94.2% NAT recall (+1.1 pp over HGDP baseline)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</a:rPr>
              <a:t>For pan–Latin-American cohorts (NAT track), NAT_PEL wins at 92.9% — MXB alone doesn't help unmatched admixed samples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</a:rPr>
              <a:t>NAT_HGDPMXB_FULL underperforms — over-representing one region dilutes panel matching for diverse Latino admixtures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Chip-density LAI is robust; MX Biobank is optimal for Mexican-Latino GWAS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666666"/>
                </a:solidFill>
              </a:rPr>
              <a:t>GSA v3 chip loses only ~1–3 percentage points vs full WGS — real GWAS accuracy tracks the WGS ceiling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Panel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WGS NAT recall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GSA chip NAT recall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Δ (chip cost)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</a:rPr>
                        <a:t>NAT_HGDP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−1.6 pp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</a:rPr>
                        <a:t>NAT_HGDPMXB (+25 MXB)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91.1%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89.9%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−1.2 pp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</a:rPr>
                        <a:t>NAT_HGDPMXB_FULL (+50)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88.2%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89.4%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−1.4 pp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</a:rPr>
                        <a:t>NAT_HOMOG (Q ≥ 0.95)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91.2%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TBD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</a:rPr>
                        <a:t>NAT_PEL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−1.9 pp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A1A1A"/>
                          </a:solidFill>
                        </a:rPr>
                        <a:t>NAT_PEL_EAS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91.7%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88.3%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A1A1A"/>
                          </a:solidFill>
                        </a:rPr>
                        <a:t>−3.4 pp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2976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</a:rPr>
              <a:t>Chip-density penalty is small (1–3 pp NAT recall); AFR/EUR essentially unchanged (~1 pp) — imputed GWAS results should closely match the WGS ceiling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</a:rPr>
              <a:t>Most-mismatched panel (NAT_PEL_EAS) suffers most under chip density — panel-cohort matching matters MORE when marker set is sparse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</a:rPr>
              <a:t>For our Mexican-Latino GWAS cohort: NAT_HGDPMXB gives 94.2% WGS / ~93% chip NAT recall — the recommended reference panel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</a:rPr>
              <a:t>MXB samples are withheld between simulation and inference (25 SIMU / 25 RFMix split) — no donor contamination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</a:rPr>
              <a:t>Next: real Michigan/TOPMed imputation pilot for a true worst-case anchor (post-committee)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Public Amerindigenous reference samples: severe geographic and numeric disparity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666666"/>
                </a:solidFill>
              </a:rPr>
              <a:t>AMR is 7× under-represented vs. other super-populations; within AMR, 72% of samples come from Mexico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EAS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627632"/>
            <a:ext cx="5663401" cy="2651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26441" y="160020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/>
              <a:t>n = 667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AFR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039112"/>
            <a:ext cx="5383203" cy="2651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46243" y="20116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/>
              <a:t>n = 634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EUR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450591"/>
            <a:ext cx="5264331" cy="2651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7371" y="242316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/>
              <a:t>n = 620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34639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SAS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2862071"/>
            <a:ext cx="407561" cy="2651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70601" y="2834639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/>
              <a:t>n = 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461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/>
              <a:t>AMR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3273551"/>
            <a:ext cx="747195" cy="26517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10235" y="324612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B91C1C"/>
                </a:solidFill>
              </a:rPr>
              <a:t>n = 88  ← 7× under-representation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977639"/>
            <a:ext cx="5943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F3A5F"/>
                </a:solidFill>
              </a:rPr>
              <a:t>Within AMR (n=88): geographic imbalance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343400"/>
            <a:ext cx="3377045" cy="320040"/>
          </a:xfrm>
          <a:prstGeom prst="rect">
            <a:avLst/>
          </a:prstGeom>
          <a:solidFill>
            <a:srgbClr val="4C9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08565" y="4343400"/>
            <a:ext cx="878031" cy="320040"/>
          </a:xfrm>
          <a:prstGeom prst="rect">
            <a:avLst/>
          </a:prstGeom>
          <a:solidFill>
            <a:srgbClr val="4A7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6597" y="4343400"/>
            <a:ext cx="607868" cy="320040"/>
          </a:xfrm>
          <a:prstGeom prst="rect">
            <a:avLst/>
          </a:prstGeom>
          <a:solidFill>
            <a:srgbClr val="8FB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94465" y="4343400"/>
            <a:ext cx="1080654" cy="320040"/>
          </a:xfrm>
          <a:prstGeom prst="rect">
            <a:avLst/>
          </a:prstGeom>
          <a:solidFill>
            <a:srgbClr val="B69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75488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66666"/>
                </a:solidFill>
              </a:rPr>
              <a:t>MXB Mexico 50 (57%) · HGDP Mexico 13 (15%) · Peru 9 (10%) · Amazon+Colombia 16 (18%)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1600200"/>
            <a:ext cx="4297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B91C1C"/>
                </a:solidFill>
              </a:rPr>
              <a:t>Regions with N = 0 public homogeneous samples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B91C1C"/>
                </a:solidFill>
              </a:rPr>
              <a:t>🚫 North America</a:t>
            </a:r>
          </a:p>
          <a:p>
            <a:r>
              <a:rPr sz="1050">
                <a:solidFill>
                  <a:srgbClr val="666666"/>
                </a:solidFill>
              </a:rPr>
              <a:t>   Great Plains, Southwest, Pacific NW, Alaska, Canadian First Nations — access limited by valid research-integrity concerns; cancer disparities documented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B91C1C"/>
                </a:solidFill>
              </a:rPr>
              <a:t>🚫 Central America</a:t>
            </a:r>
          </a:p>
          <a:p>
            <a:r>
              <a:rPr sz="1050">
                <a:solidFill>
                  <a:srgbClr val="666666"/>
                </a:solidFill>
              </a:rPr>
              <a:t>   Guatemala Highland Maya, Ch'orti', Q'eqchi', Miskitu, Bribri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B91C1C"/>
                </a:solidFill>
              </a:rPr>
              <a:t>🚫 Southern Cone</a:t>
            </a:r>
          </a:p>
          <a:p>
            <a:r>
              <a:rPr sz="1050">
                <a:solidFill>
                  <a:srgbClr val="666666"/>
                </a:solidFill>
              </a:rPr>
              <a:t>   Mapuche, Selk'nam, Diaguita, Aymara-Bolivian, Wichí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2578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</a:rPr>
              <a:t>AMR reference set is ~7× smaller than EUR/AFR/EAS — a numerically-driven accuracy bias for LAI in admixed Americas cohorts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</a:rPr>
              <a:t>Within AMR, Mexico (MXB + HGDP) contributes 72% of samples — imbalance biases panels toward Mexican-Latino cohorts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</a:rPr>
              <a:t>Adding MXB partially closes the Mexican gap but leaves Central-American, Southern-Cone, and North-American Indigenous ancestries unresolved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</a:rPr>
              <a:t>Directional call: broader, geographically balanced Amerindigenous reference sampling is needed for equitable LAI across Latin American cohorts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