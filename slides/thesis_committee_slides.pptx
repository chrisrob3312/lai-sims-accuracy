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slide before we zoom in. Three ancestries side by side, same panels, same y-scale. EUR and AFR sit near ceiling regardless of which AMR reference we pick — those calls are easy because the EUR and AFR reference pools are already large and diverse. AMR is the ancestry that moves: ~3% swing across panel choice on the Mexican-like cohort. Motivates zooming in on AMR in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RESULT. Extended pilot numbers (chr 1-8 + 20-22 for the 4 full-coverage panels; chr20-22 only for HOMOG and PEL_EAS — flagged with *). On the Mexican-like cohort (NATMXB track, teal): +25 MXB lifts NAT recall from 0.954 → 0.958 and F1 from 0.969 → 0.974 (cleanest single winner). On the Brazilian-like cohort (NAT track, orange): +25 MXB costs ~1% NAT recall (0.930 → 0.920) but bumps precision (0.981 → 0.990), so F1 is roughly flat. +50 MXB (HGDPMXB_FULL) costs more recall (0.902) with only marginal F1 benefit — 25 MXB is the sweet spot. PEL matches or beats HGDP on the Brazilian cohort. NAT_HOMOG (Q≥0.95 filter, donor-safe) performs comparably to HGDPMXB in the 3-chr subset we have — worth re-running with full coverage. Punchline: adding MXB is a clear win for a Mexican-cohort GWAS; matched-source reference (PEL for Brazilian) matters more than panel size.</a:t>
            </a:r>
          </a:p>
          <a:p/>
          <a:p>
            <a:r>
              <a:t>──────── METRICS CHEAT SHEET ────────</a:t>
            </a:r>
          </a:p>
          <a:p>
            <a:r>
              <a:t>• TP / FP / FN: sites where called ancestry matches truth (TP), calls were wrong-class (FP), or truth was this class but we missed (FN). TN is ignored — this is a small-positive-class setting.</a:t>
            </a:r>
          </a:p>
          <a:p>
            <a:r>
              <a:t>• Recall = Sensitivity = TPR = TP / (TP + FN). Of all true NAT sites, how many we recovered. Currently plotted on the hero bars.</a:t>
            </a:r>
          </a:p>
          <a:p>
            <a:r>
              <a:t>• Precision = PPV = TP / (TP + FP). Of the sites we CALLED NAT, how many were actually NAT. Guards against over-calling.</a:t>
            </a:r>
          </a:p>
          <a:p>
            <a:r>
              <a:t>• F1 = 2·P·R / (P + R). Harmonic mean of precision and recall — the class-imbalance-robust summary. NOT the same as balanced accuracy (which uses specificity); F1 ignores TN by design.</a:t>
            </a:r>
          </a:p>
          <a:p>
            <a:r>
              <a:t>• Weighted (in these tables): concordance / recall / precision are weighted by (n_haps × n_sites) per chromosome so long chromosomes and larger haplotype counts contribute more.</a:t>
            </a:r>
          </a:p>
          <a:p>
            <a:r>
              <a:t>• Concordance in these tables (== weighted_recall in current R impl) is per-site agreement to truth, per ancestry, one-vs-rest.</a:t>
            </a:r>
          </a:p>
          <a:p>
            <a:r>
              <a:t>• SE: standard error of the per-chromosome mean (not a bootstrap CI).</a:t>
            </a:r>
          </a:p>
          <a:p>
            <a:r>
              <a:t>Publication table with all three metrics is committed to results/tables/publication_table_amr.tsv and rendered to slides/tables/publication_table_amr.png.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5182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brings AMR to 88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Panel choice moves AMR recall by ~3%; EUR and AFR sit near ceiling.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per-hap recall by ancestry, WGS density, chr20-22 pilot</a:t>
            </a:r>
          </a:p>
        </p:txBody>
      </p:sp>
      <p:pic>
        <p:nvPicPr>
          <p:cNvPr id="4" name="Picture 3" descr="fig_wgs_all_ance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1155680" cy="5492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1A1A1A"/>
                </a:solidFill>
              </a:rPr>
              <a:t>→  AMR is where reference-panel choice actually matters — so the rest of the deck focuses on AMR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· AMR zoom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6095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