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Two-part update today: (1) LAI accuracy benchmarking pilot using an expanded Mexican Biobank reference panel; (2) status of the 8-module Nextflow preprocessing pipeline. Numbers shown are the chr20-22 pilot; full 22-chr sweep is running and will refresh these before the meeting.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gap slide. Public HGDP+1KG panels give us ~620 EUR haps, ~634 AFR, ~667 EAS, but only ~88 AMR — a 7× disparity. The MX Biobank donation of 50 WGS Mexican samples nearly doubles the AMR pool to 138, but the geographic composition (pie) shows we are still Mexico-heavy and missing Central America, the Southern Cone, the eastern Amazon, and the Caribbean. This is why panel-choice matters and why we're benchmarking before we lock a panel down for the REDIAL/COG cohorts.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Simulation harness: SHAPEIT5-phased references feed admix-simu to create 30 admixed individuals per cohort at generation 12 (long enough for chromosome-scale tracts to be resolvable). RFMix v1 TrioPhased mode matches Honorato-Mauer 2025. Recall = per-haplotype per-ancestry concordance against the admix-simu-provided truth. We ran 6 candidate reference panels crossed with 2 simulated cohort tracks (Brazilian-like and Mexican-like) to see whether the best panel depends on the target cohort's own ancestry composition.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Overview slide before we zoom in. Three ancestries side by side, same panels, same y-scale. EUR and AFR sit near ceiling regardless of which AMR reference we pick — those calls are easy because the EUR and AFR reference pools are already large and diverse. AMR is the ancestry that moves: ~3% swing across panel choice on the Mexican-like cohort. Motivates zooming in on AMR in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headline result. On the Mexican-like cohort (NATMXB track, blue), adding 25 MXB samples to the HGDP baseline lifts NAT recall from 0.931 to 0.942. Adding 50 gets the same benefit (0.942) — 25 is enough. On the Brazilian-like cohort (NAT track, red), the picture flips: the MXB-augmented panel actually LOSES ~2% NAT recall because Brazilian NAT ancestry is closer to Amazonian sources than to Mexican; PEL (Peru) is the best panel there. The homogeneous-only NAT_HOMOG panel matches HGDPMXB on the Mexican cohort while being donor-safe. Punchline for the committee: there is no single best panel — the answer depends on the ancestry composition of the cohort being called.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Complementary result. Same reference panels, but the admixed cohort's haplotypes were down-sampled to the ~385k autosomal Illumina GSA v3 positions before calling. NAT recall drops by only ~0.7-1.2% across panels — the panel ranking is preserved and the direction of every effect matches WGS. This matters because our REDIAL/COG cohorts are chip-genotyped, not WGS — so the WGS result generalizes. Michigan/1KG imputation is the post-committee validation step; today we can already recommend HGDPMXB (+25 MXB) for the Mexican-Latino LAI pipeline. NAT_HOMOG is a donor-safe backup that performs equivalently.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Two-part update: what shipped since the Spring TAC and what's queued. The 8 modules (colleague-led) now run end-to-end on test data with the TOPMed imputation server — Module 8 benchmarking plots render. Michigan and AoU AnVIL back-ends are patched in but not yet run on the full benchmark set. Full multi-platform benchmarking is expected to complete before the fall term. Downstream: once Modules 6-7 hand off a QC'd, ancestry-labeled cohort, the LAI accuracy work presented today directly feeds panel selection for Module 7's LAI step, and the ancestry-stratified GWAS begins on REDIAL/COG. The dashed red box on the diagram marks exactly the modules this thesis has empirically validated.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4572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i="0" b="1">
                <a:solidFill>
                  <a:srgbClr val="0E2841"/>
                </a:solidFill>
              </a:rPr>
              <a:t>Building an ancestry-informed genotype-preprocessing pipeline</a:t>
            </a:r>
          </a:p>
          <a:p>
            <a:pPr algn="l"/>
            <a:r>
              <a:rPr sz="3000" i="0" b="1">
                <a:solidFill>
                  <a:srgbClr val="0E2841"/>
                </a:solidFill>
              </a:rPr>
              <a:t>and benchmarking local ancestry inference for Latino cohorts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i="0" b="0">
                <a:solidFill>
                  <a:srgbClr val="1A1A1A"/>
                </a:solidFill>
              </a:rPr>
              <a:t>Christina Magyar  ·  GS4 Thesis Committee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August 2026  ·  BCM MSTP · Genetics and Genomics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i="0" b="1">
                <a:solidFill>
                  <a:srgbClr val="666666"/>
                </a:solidFill>
              </a:rPr>
              <a:t>Advisors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74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0">
                <a:solidFill>
                  <a:srgbClr val="1A1A1A"/>
                </a:solidFill>
              </a:rPr>
              <a:t>Philip J. Lupo, PhD  (Thesis advisor)</a:t>
            </a:r>
          </a:p>
          <a:p>
            <a:pPr algn="l"/>
            <a:r>
              <a:rPr sz="1300" i="0" b="0">
                <a:solidFill>
                  <a:srgbClr val="1A1A1A"/>
                </a:solidFill>
              </a:rPr>
              <a:t>Elizabeth Atkinson, PhD  (Local advisor)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Public Amerindigenous references are ~7× smaller than other continents.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HGDP + 1000 Genomes reference haplotypes, by continental group</a:t>
            </a:r>
          </a:p>
        </p:txBody>
      </p:sp>
      <p:pic>
        <p:nvPicPr>
          <p:cNvPr id="4" name="Picture 3" descr="fig_amr_disp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08760"/>
            <a:ext cx="11430000" cy="51829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080760"/>
            <a:ext cx="11155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Adding 50 MX Biobank WGS samples brings AMR to 88 — still leaves Central America, Southern Cone, Amazon, Caribbean underrepresented.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We simulated admixed cohorts to measure per-hap LAI recall.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Reference haps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HGDP + 1KG</a:t>
            </a:r>
            <a:br/>
            <a:r>
              <a:rPr sz="1000">
                <a:solidFill>
                  <a:srgbClr val="1A1A1A"/>
                </a:solidFill>
              </a:rPr>
              <a:t>+ 50 MXB WGS</a:t>
            </a:r>
            <a:br/>
            <a:r>
              <a:rPr sz="1000">
                <a:solidFill>
                  <a:srgbClr val="1A1A1A"/>
                </a:solidFill>
              </a:rPr>
              <a:t>(6 panel combos)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602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35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Phasing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SHAPEIT5</a:t>
            </a:r>
            <a:br/>
            <a:r>
              <a:rPr sz="1000">
                <a:solidFill>
                  <a:srgbClr val="1A1A1A"/>
                </a:solidFill>
              </a:rPr>
              <a:t>population phasing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888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1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Simulate admixed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admix-simu</a:t>
            </a:r>
            <a:br/>
            <a:r>
              <a:rPr sz="1000">
                <a:solidFill>
                  <a:srgbClr val="1A1A1A"/>
                </a:solidFill>
              </a:rPr>
              <a:t>gen=12, n=30</a:t>
            </a:r>
            <a:br/>
            <a:r>
              <a:rPr sz="1000">
                <a:solidFill>
                  <a:srgbClr val="1A1A1A"/>
                </a:solidFill>
              </a:rPr>
              <a:t>Brasa &amp; MXB tracks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174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07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Local ancestry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RFMix v1 TrioPhased</a:t>
            </a:r>
            <a:br/>
            <a:r>
              <a:rPr sz="1000">
                <a:solidFill>
                  <a:srgbClr val="1A1A1A"/>
                </a:solidFill>
              </a:rPr>
              <a:t>22 chromosomes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460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93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Score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per-hap recall</a:t>
            </a:r>
            <a:br/>
            <a:r>
              <a:rPr sz="1000">
                <a:solidFill>
                  <a:srgbClr val="1A1A1A"/>
                </a:solidFill>
              </a:rPr>
              <a:t>vs known truth</a:t>
            </a:r>
            <a:br/>
            <a:r>
              <a:rPr sz="1000">
                <a:solidFill>
                  <a:srgbClr val="1A1A1A"/>
                </a:solidFill>
              </a:rPr>
              <a:t>weighted concordance / F1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16052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Six reference-panel combinations tested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57200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666666"/>
                </a:solidFill>
              </a:rPr>
              <a:t>NAT_HGDP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26 HGDP + 5 LP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600" y="457200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E97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E97132"/>
                </a:solidFill>
              </a:rPr>
              <a:t>NAT_HGDPMXB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+ 25 MXB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26279" y="457200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E97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E97132"/>
                </a:solidFill>
              </a:rPr>
              <a:t>NAT_HGDPMXB_FULL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+ 50 MXB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57784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156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156082"/>
                </a:solidFill>
              </a:rPr>
              <a:t>NAT_HOMOG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ADMIXTURE-homog Q≥0.95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14600" y="557784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196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196B24"/>
                </a:solidFill>
              </a:rPr>
              <a:t>NAT_PEL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adds 9 PEL (Peru)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79" y="557784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196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196B24"/>
                </a:solidFill>
              </a:rPr>
              <a:t>NAT_PEL_EAS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PEL + EAS outgroup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57200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Two simulated admixed cohorts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937760"/>
            <a:ext cx="52120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•  Brasa track — 15% NAT / 60% EUR / 25% AFR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     (Brazilian-like ancestry proportions)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•  MXB track — Mexican-like ancestry proportions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     (tests whether MXB helps a Mexican cohort)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Panel choice moves AMR recall by ~3%; EUR and AFR sit near ceiling.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Weighted per-hap recall by ancestry, WGS density, chr20-22 pilot</a:t>
            </a:r>
          </a:p>
        </p:txBody>
      </p:sp>
      <p:pic>
        <p:nvPicPr>
          <p:cNvPr id="4" name="Picture 3" descr="fig_wgs_all_ances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11155680" cy="54920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1A1A1A"/>
                </a:solidFill>
              </a:rPr>
              <a:t>→  AMR is where reference-panel choice actually matters — so the rest of the deck focuses on AMR recall.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Result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Best reference panel depends on the target cohort's composition.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Weighted NAT-ancestry recall, WGS density, chr20-22 pilot</a:t>
            </a:r>
          </a:p>
        </p:txBody>
      </p:sp>
      <p:pic>
        <p:nvPicPr>
          <p:cNvPr id="4" name="Picture 3" descr="fig_wgs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08760"/>
            <a:ext cx="7498079" cy="35990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75320" y="16002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1965960"/>
            <a:ext cx="3611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0" b="0">
                <a:solidFill>
                  <a:srgbClr val="1A1A1A"/>
                </a:solidFill>
              </a:rPr>
              <a:t>For a Mexican-like cohort (blue bars):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•  Adding 25 MXB samples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lifts NAT recall  0.931 → 0.942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For a Brazilian-like cohort (red bars):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•  PEL (Peru) panel wins on NAT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HGDPMXB actually loses ~2%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•  Adding non-Mexican ancestry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to a Mexican reference hurts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→  Panel-choice must match the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 target cohort, not the largest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 available sample source.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Result · AMR zoom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Chip-density LAI holds within ~1% of WGS on a Mexican-like cohort.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Illumina GSA v3 chip vs full WGS density, same reference panels</a:t>
            </a:r>
          </a:p>
        </p:txBody>
      </p:sp>
      <p:pic>
        <p:nvPicPr>
          <p:cNvPr id="4" name="Picture 3" descr="fig_chip_vs_w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08760"/>
            <a:ext cx="7680960" cy="36095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66760" y="16002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Implications for GWAS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1965960"/>
            <a:ext cx="3611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0" b="0">
                <a:solidFill>
                  <a:srgbClr val="1A1A1A"/>
                </a:solidFill>
              </a:rPr>
              <a:t>•  REDIAL / COG cohorts are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genotyped on chip, not WGS —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LAI accuracy holds if we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use the MXB-augmented panel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•  Chip → TOPMed imputation is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the next validation step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(Michigan / 1KG post-meeting)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•  Panel ranking preserved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across densities: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 HGDPMXB &gt; HGDP &gt; PEL_EAS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•  Recommend HGDPMXB for the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Mexican-Latino GWAS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Result · Chip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8-module Nextflow preprocessing pipeline built; benchmarking underway.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Containerized · parameterized · parallelized across chromosomes and platforms</a:t>
            </a:r>
          </a:p>
        </p:txBody>
      </p:sp>
      <p:pic>
        <p:nvPicPr>
          <p:cNvPr id="4" name="Picture 3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11430000" cy="38534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07492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Status since Spring TAC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440680"/>
            <a:ext cx="868680" cy="274320"/>
          </a:xfrm>
          <a:prstGeom prst="round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BUILT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545896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9-module Nextflow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33288"/>
            <a:ext cx="868680" cy="274320"/>
          </a:xfrm>
          <a:prstGeom prst="round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BUILT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51576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Pilot ran on TOPMed test data (end of Module 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6025896"/>
            <a:ext cx="868680" cy="27432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IN PROG.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6044184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Michigan &amp; AoU AnVIL patched in (Q3 2026)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6318504"/>
            <a:ext cx="868680" cy="27432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IN PROG.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6336792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Full benchmarking sweep (target Apr 2026 done)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611112"/>
            <a:ext cx="868680" cy="27432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662940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Ancestry-stratified GWAS on REDIAL/COG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Pipeline update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