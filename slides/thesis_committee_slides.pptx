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 result. On the Mexican-like cohort (NATMXB track, blue), adding 25 MXB samples to the HGDP baseline lifts NAT recall from 0.931 to 0.942. Adding 50 gets the same benefit (0.942) — 25 is enough. On the Brazilian-like cohort (NAT track, red), the picture flips: the MXB-augmented panel actually LOSES ~2% NAT recall because Brazilian NAT ancestry is closer to Amazonian sources than to Mexican; PEL (Peru) is the best panel there. The homogeneous-only NAT_HOMOG panel matches HGDPMXB on the Mexican cohort while being donor-safe. Punchline for the committee: there is no single best panel — the answer depends on the ancestry composition of the cohort being 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is a donor-safe backup that performs equivalently.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0E2841"/>
                </a:solidFill>
              </a:rPr>
              <a:t>Building an ancestry-informed genotype-preprocessing pipeline</a:t>
            </a:r>
          </a:p>
          <a:p>
            <a:pPr algn="l"/>
            <a:r>
              <a:rPr sz="3000" i="0" b="1">
                <a:solidFill>
                  <a:srgbClr val="0E2841"/>
                </a:solidFill>
              </a:rPr>
              <a:t>and benchmarking local ancestry inference for Latino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321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raises AMR to 138 haps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56082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5990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1 · WGS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457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2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